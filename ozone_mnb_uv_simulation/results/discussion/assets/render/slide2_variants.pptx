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6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  <p:sldMasterId id="2147483682" r:id="rId4"/>
    <p:sldMasterId id="2147483700" r:id="rId5"/>
    <p:sldMasterId id="2147483717" r:id="rId6"/>
    <p:sldMasterId id="2147483731" r:id="rId7"/>
    <p:sldMasterId id="2147483745" r:id="rId8"/>
    <p:sldMasterId id="2147483757" r:id="rId9"/>
  </p:sldMasterIdLst>
  <p:notesMasterIdLst>
    <p:notesMasterId r:id="rId11"/>
  </p:notesMasterIdLst>
  <p:handoutMasterIdLst>
    <p:handoutMasterId r:id="rId36"/>
  </p:handoutMasterIdLst>
  <p:sldIdLst>
    <p:sldId id="5194" r:id="rId42"/>
    <p:sldId id="5195" r:id="rId43"/>
    <p:sldId id="5196" r:id="rId44"/>
  </p:sldIdLst>
  <p:sldSz cx="9144000" cy="5143500" type="screen16x9"/>
  <p:notesSz cx="6797675" cy="9928225"/>
  <p:custDataLst>
    <p:tags r:id="rId4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066" userDrawn="1">
          <p15:clr>
            <a:srgbClr val="A4A3A4"/>
          </p15:clr>
        </p15:guide>
        <p15:guide id="2" pos="3605" userDrawn="1">
          <p15:clr>
            <a:srgbClr val="A4A3A4"/>
          </p15:clr>
        </p15:guide>
        <p15:guide id="3" orient="horz" pos="16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Centre" initials="T" lastIdx="5" clrIdx="0"/>
  <p:cmAuthor id="2" name="user" initials="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B9BD5"/>
    <a:srgbClr val="002060"/>
    <a:srgbClr val="B9B9B1"/>
    <a:srgbClr val="FFF2CC"/>
    <a:srgbClr val="0000CC"/>
    <a:srgbClr val="020204"/>
    <a:srgbClr val="1F1D20"/>
    <a:srgbClr val="2E2A2B"/>
    <a:srgbClr val="4C9BFE"/>
    <a:srgbClr val="41A2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93" autoAdjust="0"/>
    <p:restoredTop sz="93724" autoAdjust="0"/>
  </p:normalViewPr>
  <p:slideViewPr>
    <p:cSldViewPr showGuides="1">
      <p:cViewPr varScale="1">
        <p:scale>
          <a:sx n="72" d="100"/>
          <a:sy n="72" d="100"/>
        </p:scale>
        <p:origin x="76" y="268"/>
      </p:cViewPr>
      <p:guideLst>
        <p:guide pos="3066"/>
        <p:guide pos="3605"/>
        <p:guide orient="horz" pos="166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3283" y="-91"/>
      </p:cViewPr>
      <p:guideLst>
        <p:guide orient="horz" pos="3212"/>
        <p:guide pos="227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1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ableStyles" Target="tableStyles.xml"/><Relationship Id="rId40" Type="http://schemas.openxmlformats.org/officeDocument/2006/relationships/commentAuthors" Target="commentAuthors.xml"/><Relationship Id="rId41" Type="http://schemas.openxmlformats.org/officeDocument/2006/relationships/tags" Target="tags/tag64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3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3"/>
            <a:ext cx="2945659" cy="498135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B430118F-FB90-49C4-8CCF-A8F8D3F96A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  <a:noFill/>
          <a:ln w="9525">
            <a:noFill/>
          </a:ln>
        </p:spPr>
        <p:txBody>
          <a:bodyPr lIns="91432" tIns="45715" rIns="91432" bIns="45715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30090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30090"/>
            <a:ext cx="2945659" cy="498136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fade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9" y="681038"/>
            <a:ext cx="7596187" cy="64889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23850" y="1600200"/>
            <a:ext cx="8064500" cy="27003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D8679-5F5E-4B7C-802D-C7BC6D9EA8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 lIns="68580" tIns="34290" rIns="68580" bIns="3429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795168C3-2083-4FEB-A638-0502EE32FC75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257175">
              <a:defRPr/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257175">
              <a:defRPr/>
            </a:lvl1pPr>
          </a:lstStyle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8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7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8" y="6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4713689"/>
            <a:ext cx="9144000" cy="1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ppt2.t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94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内容占位符 2"/>
          <p:cNvSpPr>
            <a:spLocks noGrp="1"/>
          </p:cNvSpPr>
          <p:nvPr>
            <p:ph idx="13"/>
          </p:nvPr>
        </p:nvSpPr>
        <p:spPr>
          <a:xfrm>
            <a:off x="357160" y="1157296"/>
            <a:ext cx="8064500" cy="2700338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6553200" y="4817273"/>
            <a:ext cx="2133600" cy="273844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5790EB89-D834-4F60-B25E-8A0EE23596D8}" type="slidenum">
              <a:rPr lang="zh-CN" altLang="en-US" smtClean="0"/>
            </a:fld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5"/>
          </p:nvPr>
        </p:nvSpPr>
        <p:spPr>
          <a:xfrm>
            <a:off x="457200" y="4786312"/>
            <a:ext cx="2133600" cy="357188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6"/>
          </p:nvPr>
        </p:nvSpPr>
        <p:spPr>
          <a:xfrm>
            <a:off x="3124200" y="4786312"/>
            <a:ext cx="2895600" cy="35718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>
            <a:lvl1pPr eaLnBrk="1" hangingPunct="1">
              <a:defRPr sz="1400" b="1">
                <a:solidFill>
                  <a:srgbClr val="0047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FB9D-B151-45EE-9A21-48C2569AB9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247650"/>
            <a:ext cx="228600" cy="4762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66700" y="247650"/>
            <a:ext cx="95250" cy="476250"/>
          </a:xfrm>
          <a:prstGeom prst="rect">
            <a:avLst/>
          </a:prstGeom>
          <a:solidFill>
            <a:srgbClr val="55C0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rtl="0"/>
            <a:endParaRPr lang="zh-CN" altLang="en-US" sz="1000" dirty="0">
              <a:solidFill>
                <a:prstClr val="white"/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466727" y="247650"/>
            <a:ext cx="5915025" cy="323850"/>
          </a:xfrm>
        </p:spPr>
        <p:txBody>
          <a:bodyPr/>
          <a:lstStyle>
            <a:lvl1pPr marL="0" indent="0">
              <a:buNone/>
              <a:defRPr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66727" y="514350"/>
            <a:ext cx="5915025" cy="228600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97" y="5"/>
            <a:ext cx="767407" cy="839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/>
    </mc:Choice>
    <mc:Fallback>
      <p:transition spd="slow" advTm="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rtl="0">
              <a:defRPr/>
            </a:pPr>
            <a:endParaRPr lang="zh-CN" altLang="en-US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7A3075A-DB2B-49B4-A2B7-154D1AA8959B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"/>
            <a:ext cx="9144000" cy="720725"/>
          </a:xfrm>
          <a:prstGeom prst="rect">
            <a:avLst/>
          </a:prstGeom>
          <a:solidFill>
            <a:srgbClr val="3764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rtl="0">
              <a:defRPr/>
            </a:pPr>
            <a:endParaRPr lang="zh-CN" altLang="en-US" sz="1800" dirty="0">
              <a:solidFill>
                <a:srgbClr val="00206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725988"/>
            <a:ext cx="914188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687" y="120650"/>
            <a:ext cx="76623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9249"/>
            <a:ext cx="9144000" cy="795062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8229600" cy="3394472"/>
          </a:xfrm>
        </p:spPr>
        <p:txBody>
          <a:bodyPr/>
          <a:lstStyle>
            <a:lvl1pPr>
              <a:defRPr lang="zh-CN" altLang="en-US" sz="2800" kern="1200" dirty="0" smtClean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pitchFamily="34" charset="-122"/>
              </a:defRPr>
            </a:lvl1pPr>
            <a:lvl2pPr>
              <a:defRPr sz="240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005DD-E773-4F5A-9340-A864BD63329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7086632" y="4767268"/>
            <a:ext cx="2057400" cy="273844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E00D155-3BB6-43CF-9AC4-BC63A66E74A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/>
          <p:nvPr/>
        </p:nvSpPr>
        <p:spPr>
          <a:xfrm>
            <a:off x="3" y="3805499"/>
            <a:ext cx="1767655" cy="133721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61" name="矩形"/>
          <p:cNvSpPr/>
          <p:nvPr/>
        </p:nvSpPr>
        <p:spPr>
          <a:xfrm>
            <a:off x="-1777" y="4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sp>
        <p:nvSpPr>
          <p:cNvPr id="60" name="矩形"/>
          <p:cNvSpPr/>
          <p:nvPr/>
        </p:nvSpPr>
        <p:spPr>
          <a:xfrm>
            <a:off x="5495466" y="4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pic>
        <p:nvPicPr>
          <p:cNvPr id="59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3" y="4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8" name="矩形"/>
          <p:cNvSpPr/>
          <p:nvPr/>
        </p:nvSpPr>
        <p:spPr>
          <a:xfrm>
            <a:off x="3676797" y="3801572"/>
            <a:ext cx="1763804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57" name="矩形"/>
          <p:cNvSpPr/>
          <p:nvPr/>
        </p:nvSpPr>
        <p:spPr>
          <a:xfrm>
            <a:off x="7165387" y="3801576"/>
            <a:ext cx="1978613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56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55" name="图片"/>
          <p:cNvPicPr>
            <a:picLocks noChangeAspect="1"/>
          </p:cNvPicPr>
          <p:nvPr/>
        </p:nvPicPr>
        <p:blipFill>
          <a:blip r:embed="rId4" cstate="print"/>
          <a:srcRect l="15424" r="5265"/>
          <a:stretch>
            <a:fillRect/>
          </a:stretch>
        </p:blipFill>
        <p:spPr>
          <a:xfrm>
            <a:off x="1875901" y="3802362"/>
            <a:ext cx="1705073" cy="13411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54" name="图片"/>
          <p:cNvPicPr>
            <a:picLocks noChangeAspect="1"/>
          </p:cNvPicPr>
          <p:nvPr/>
        </p:nvPicPr>
        <p:blipFill>
          <a:blip r:embed="rId5" cstate="print"/>
          <a:srcRect t="34019"/>
          <a:stretch>
            <a:fillRect/>
          </a:stretch>
        </p:blipFill>
        <p:spPr>
          <a:xfrm>
            <a:off x="5528734" y="3803650"/>
            <a:ext cx="1548518" cy="13398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52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defTabSz="342900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3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ctr" defTabSz="342900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49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582"/>
            <a:ext cx="7886700" cy="1862336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250"/>
            <a:ext cx="4286250" cy="1036838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799901"/>
            <a:ext cx="4286250" cy="88945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255"/>
            <a:ext cx="3511241" cy="1071121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255"/>
            <a:ext cx="4283912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405"/>
            <a:ext cx="3511241" cy="28586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44"/>
            <a:ext cx="681676" cy="4358879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7084832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8C2575A-209A-4077-BDB9-E87416901E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  <a:prstGeom prst="rect">
            <a:avLst/>
          </a:prstGeom>
        </p:spPr>
        <p:txBody>
          <a:bodyPr lIns="68580" tIns="34290" rIns="68580" bIns="34290"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E1DD5CB2-2BE0-4481-86DD-C043327AC72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E624D8FF-74E7-4921-9CAE-4FFEFA02D82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F55FC455-35D6-4DA4-A437-CA85BC054C4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8244F59-D6B6-414B-BB66-C248F668D1E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723C5AC-E4BE-40C3-A2A2-77E8E12E66D4}" type="datetime1">
              <a:rPr lang="zh-CN" altLang="en-US" smtClean="0"/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D0B67FDA-6E83-4134-875B-73AE362A8BA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</p:spPr>
        <p:txBody>
          <a:bodyPr lIns="68580" tIns="34290" rIns="68580" bIns="34290"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1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F6FF0AD-7F40-439F-89AC-93E13C039AF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11E1C9F3-C561-4B1A-BD83-6A9F21FC9DB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BDB73528-A49F-47D6-A472-972E1FC21CA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3E00D155-3BB6-43CF-9AC4-BC63A66E74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9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8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7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6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5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74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73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72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69" name="文本框"/>
          <p:cNvSpPr>
            <a:spLocks noGrp="1"/>
          </p:cNvSpPr>
          <p:nvPr>
            <p:ph type="dt" idx="10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l" defTabSz="257175">
              <a:defRPr/>
            </a:lvl1pPr>
          </a:lstStyle>
          <a:p>
            <a:fld id="{1BAD805B-FB8F-44B2-A44D-F7D899623CBA}" type="datetime1">
              <a:rPr lang="zh-CN" altLang="en-US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0" name="文本框"/>
          <p:cNvSpPr>
            <a:spLocks noGrp="1"/>
          </p:cNvSpPr>
          <p:nvPr>
            <p:ph type="ftr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1" name="文本框"/>
          <p:cNvSpPr>
            <a:spLocks noGrp="1"/>
          </p:cNvSpPr>
          <p:nvPr>
            <p:ph type="sldNum"/>
          </p:nvPr>
        </p:nvSpPr>
        <p:spPr>
          <a:xfrm>
            <a:off x="64579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900" smtClean="0">
                <a:solidFill>
                  <a:srgbClr val="898989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900" dirty="0">
              <a:solidFill>
                <a:srgbClr val="898989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6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5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3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92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91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90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89" name="图片"/>
          <p:cNvPicPr/>
          <p:nvPr/>
        </p:nvPicPr>
        <p:blipFill>
          <a:blip r:embed="rId3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49.xml"/><Relationship Id="rId18" Type="http://schemas.openxmlformats.org/officeDocument/2006/relationships/image" Target="../media/image1.jpeg"/><Relationship Id="rId19" Type="http://schemas.openxmlformats.org/officeDocument/2006/relationships/image" Target="../media/image2.jpeg"/><Relationship Id="rId20" Type="http://schemas.openxmlformats.org/officeDocument/2006/relationships/image" Target="../media/image3.png"/><Relationship Id="rId2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9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5.xml"/><Relationship Id="rId17" Type="http://schemas.openxmlformats.org/officeDocument/2006/relationships/image" Target="../media/image1.jpeg"/><Relationship Id="rId18" Type="http://schemas.openxmlformats.org/officeDocument/2006/relationships/image" Target="../media/image2.jpeg"/><Relationship Id="rId19" Type="http://schemas.openxmlformats.org/officeDocument/2006/relationships/image" Target="../media/image3.png"/><Relationship Id="rId20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78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9.jpeg"/><Relationship Id="rId17" Type="http://schemas.openxmlformats.org/officeDocument/2006/relationships/image" Target="../media/image10.jpeg"/><Relationship Id="rId18" Type="http://schemas.openxmlformats.org/officeDocument/2006/relationships/image" Target="../media/image3.png"/><Relationship Id="rId1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5.xml"/><Relationship Id="rId8" Type="http://schemas.openxmlformats.org/officeDocument/2006/relationships/slideLayout" Target="../slideLayouts/slideLayout86.xml"/><Relationship Id="rId9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png"/><Relationship Id="rId1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4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6.xml"/><Relationship Id="rId6" Type="http://schemas.openxmlformats.org/officeDocument/2006/relationships/slideLayout" Target="../slideLayouts/slideLayout97.xml"/><Relationship Id="rId7" Type="http://schemas.openxmlformats.org/officeDocument/2006/relationships/slideLayout" Target="../slideLayouts/slideLayout98.xml"/><Relationship Id="rId8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2.xml"/><Relationship Id="rId12" Type="http://schemas.openxmlformats.org/officeDocument/2006/relationships/tags" Target="../tags/tag1.xml"/><Relationship Id="rId13" Type="http://schemas.openxmlformats.org/officeDocument/2006/relationships/tags" Target="../tags/tag2.xml"/><Relationship Id="rId14" Type="http://schemas.openxmlformats.org/officeDocument/2006/relationships/tags" Target="../tags/tag3.xml"/><Relationship Id="rId15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Relationship Id="rId16" Type="http://schemas.openxmlformats.org/officeDocument/2006/relationships/image" Target="../media/image3.png"/><Relationship Id="rId17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8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 defTabSz="257175" rtl="0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8D474-0744-4FB7-A607-FCA8232293E3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1777" y="6"/>
            <a:ext cx="3578407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495467" y="6"/>
            <a:ext cx="1802708" cy="789626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776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89187" y="5001919"/>
            <a:ext cx="1765583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373341" y="5001919"/>
            <a:ext cx="1772441" cy="141581"/>
          </a:xfrm>
          <a:prstGeom prst="rect">
            <a:avLst/>
          </a:prstGeom>
          <a:solidFill>
            <a:srgbClr val="41A2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831924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29931" y="5001919"/>
            <a:ext cx="1768244" cy="14158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 defTabSz="257175" rtl="0">
              <a:defRPr/>
            </a:pPr>
            <a:endParaRPr lang="zh-CN" altLang="en-US" sz="1000" dirty="0">
              <a:solidFill>
                <a:prstClr val="white"/>
              </a:solidFill>
              <a:ea typeface="等线" panose="0201060003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8955" y="6"/>
            <a:ext cx="1765583" cy="789626"/>
          </a:xfrm>
          <a:prstGeom prst="rect">
            <a:avLst/>
          </a:prstGeom>
        </p:spPr>
      </p:pic>
      <p:pic>
        <p:nvPicPr>
          <p:cNvPr id="16" name="图片 60"/>
          <p:cNvPicPr/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059"/>
          <a:stretch>
            <a:fillRect/>
          </a:stretch>
        </p:blipFill>
        <p:spPr>
          <a:xfrm>
            <a:off x="7379105" y="3"/>
            <a:ext cx="1764895" cy="789626"/>
          </a:xfrm>
          <a:prstGeom prst="rect">
            <a:avLst/>
          </a:prstGeom>
        </p:spPr>
      </p:pic>
      <p:pic>
        <p:nvPicPr>
          <p:cNvPr id="17" name="Picture 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789529" y="119826"/>
            <a:ext cx="1981200" cy="51316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t" anchorCtr="0"/>
          <a:lstStyle/>
          <a:p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628650" y="4767262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028950" y="4767262"/>
            <a:ext cx="30861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ctr" defTabSz="257175">
              <a:defRPr/>
            </a:lvl1pPr>
          </a:lstStyle>
          <a:p>
            <a:endParaRPr lang="zh-CN" altLang="en-US" sz="9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6" name="矩形"/>
          <p:cNvSpPr/>
          <p:nvPr/>
        </p:nvSpPr>
        <p:spPr>
          <a:xfrm>
            <a:off x="3" y="3805499"/>
            <a:ext cx="1767655" cy="133721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7" name="矩形"/>
          <p:cNvSpPr/>
          <p:nvPr/>
        </p:nvSpPr>
        <p:spPr>
          <a:xfrm>
            <a:off x="-1777" y="4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sp>
        <p:nvSpPr>
          <p:cNvPr id="8" name="矩形"/>
          <p:cNvSpPr/>
          <p:nvPr/>
        </p:nvSpPr>
        <p:spPr>
          <a:xfrm>
            <a:off x="5495466" y="4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miter/>
          </a:ln>
        </p:spPr>
      </p:sp>
      <p:pic>
        <p:nvPicPr>
          <p:cNvPr id="9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3" y="4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10" name="矩形"/>
          <p:cNvSpPr/>
          <p:nvPr/>
        </p:nvSpPr>
        <p:spPr>
          <a:xfrm>
            <a:off x="3676797" y="3801572"/>
            <a:ext cx="1763804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11" name="文本框"/>
          <p:cNvSpPr>
            <a:spLocks noGrp="1"/>
          </p:cNvSpPr>
          <p:nvPr>
            <p:ph type="sldNum" idx="4"/>
          </p:nvPr>
        </p:nvSpPr>
        <p:spPr>
          <a:xfrm>
            <a:off x="6457950" y="4767268"/>
            <a:ext cx="2057400" cy="273844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68580" tIns="34290" rIns="68580" bIns="34290" anchor="ctr" anchorCtr="0"/>
          <a:lstStyle>
            <a:lvl1pPr algn="r" defTabSz="257175">
              <a:defRPr/>
            </a:lvl1pPr>
          </a:lstStyle>
          <a:p>
            <a:fld id="{CAD2D6BD-DE1B-4B5F-8B41-2702339687B9}" type="slidenum">
              <a:rPr lang="en-US" altLang="zh-CN" sz="700" smtClean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</a:fld>
            <a:endParaRPr lang="zh-CN" altLang="en-US" sz="700" dirty="0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12" name="矩形"/>
          <p:cNvSpPr/>
          <p:nvPr/>
        </p:nvSpPr>
        <p:spPr>
          <a:xfrm>
            <a:off x="7165387" y="3801576"/>
            <a:ext cx="1978613" cy="1341139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pic>
        <p:nvPicPr>
          <p:cNvPr id="13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4" name="图片"/>
          <p:cNvPicPr>
            <a:picLocks noChangeAspect="1"/>
          </p:cNvPicPr>
          <p:nvPr/>
        </p:nvPicPr>
        <p:blipFill>
          <a:blip r:embed="rId16" cstate="print"/>
          <a:srcRect l="15424" r="5265"/>
          <a:stretch>
            <a:fillRect/>
          </a:stretch>
        </p:blipFill>
        <p:spPr>
          <a:xfrm>
            <a:off x="1875901" y="3802362"/>
            <a:ext cx="1705073" cy="134113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5" name="图片"/>
          <p:cNvPicPr>
            <a:picLocks noChangeAspect="1"/>
          </p:cNvPicPr>
          <p:nvPr/>
        </p:nvPicPr>
        <p:blipFill>
          <a:blip r:embed="rId17" cstate="print"/>
          <a:srcRect t="34019"/>
          <a:stretch>
            <a:fillRect/>
          </a:stretch>
        </p:blipFill>
        <p:spPr>
          <a:xfrm>
            <a:off x="5528734" y="3803650"/>
            <a:ext cx="1548518" cy="133985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16" name="图片"/>
          <p:cNvPicPr>
            <a:picLocks noChangeAspect="1"/>
          </p:cNvPicPr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3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5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6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7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hdr="0" ftr="0" dt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"/>
          <p:cNvSpPr/>
          <p:nvPr/>
        </p:nvSpPr>
        <p:spPr>
          <a:xfrm>
            <a:off x="-1777" y="5"/>
            <a:ext cx="3578407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2" name="矩形"/>
          <p:cNvSpPr/>
          <p:nvPr/>
        </p:nvSpPr>
        <p:spPr>
          <a:xfrm>
            <a:off x="5495466" y="5"/>
            <a:ext cx="1802708" cy="789626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3" name="矩形"/>
          <p:cNvSpPr/>
          <p:nvPr/>
        </p:nvSpPr>
        <p:spPr>
          <a:xfrm>
            <a:off x="-1776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4" name="矩形"/>
          <p:cNvSpPr/>
          <p:nvPr/>
        </p:nvSpPr>
        <p:spPr>
          <a:xfrm>
            <a:off x="3689187" y="5001920"/>
            <a:ext cx="1765583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5" name="矩形"/>
          <p:cNvSpPr/>
          <p:nvPr/>
        </p:nvSpPr>
        <p:spPr>
          <a:xfrm>
            <a:off x="7373341" y="5001920"/>
            <a:ext cx="1772441" cy="141580"/>
          </a:xfrm>
          <a:prstGeom prst="rect">
            <a:avLst/>
          </a:prstGeom>
          <a:solidFill>
            <a:srgbClr val="41A2CD"/>
          </a:solidFill>
          <a:ln w="12700" cap="flat" cmpd="sng">
            <a:noFill/>
            <a:prstDash val="solid"/>
            <a:round/>
          </a:ln>
        </p:spPr>
      </p:sp>
      <p:sp>
        <p:nvSpPr>
          <p:cNvPr id="26" name="矩形"/>
          <p:cNvSpPr/>
          <p:nvPr/>
        </p:nvSpPr>
        <p:spPr>
          <a:xfrm>
            <a:off x="1831924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sp>
        <p:nvSpPr>
          <p:cNvPr id="27" name="矩形"/>
          <p:cNvSpPr/>
          <p:nvPr/>
        </p:nvSpPr>
        <p:spPr>
          <a:xfrm>
            <a:off x="5529931" y="5001920"/>
            <a:ext cx="1768244" cy="141580"/>
          </a:xfrm>
          <a:prstGeom prst="rect">
            <a:avLst/>
          </a:prstGeom>
          <a:solidFill>
            <a:srgbClr val="A5A5A5"/>
          </a:solidFill>
          <a:ln w="12700" cap="flat" cmpd="sng">
            <a:noFill/>
            <a:prstDash val="solid"/>
            <a:round/>
          </a:ln>
        </p:spPr>
      </p:sp>
      <p:pic>
        <p:nvPicPr>
          <p:cNvPr id="28" name="图片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648955" y="5"/>
            <a:ext cx="1765583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29" name="图片"/>
          <p:cNvPicPr/>
          <p:nvPr/>
        </p:nvPicPr>
        <p:blipFill>
          <a:blip r:embed="rId15" cstate="print"/>
          <a:srcRect b="27059"/>
          <a:stretch>
            <a:fillRect/>
          </a:stretch>
        </p:blipFill>
        <p:spPr>
          <a:xfrm>
            <a:off x="7379105" y="3"/>
            <a:ext cx="1764894" cy="78962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pic>
        <p:nvPicPr>
          <p:cNvPr id="30" name="图片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789529" y="119826"/>
            <a:ext cx="1981200" cy="513159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hf sldNum="0" hdr="0" ftr="0"/>
  <p:txStyles>
    <p:titleStyle>
      <a:lvl1pPr algn="l" defTabSz="685800" eaLnBrk="1" fontAlgn="auto" latinLnBrk="0" hangingPunct="1">
        <a:lnSpc>
          <a:spcPct val="90000"/>
        </a:lnSpc>
        <a:spcBef>
          <a:spcPts val="0"/>
        </a:spcBef>
        <a:buNone/>
        <a:defRPr sz="3300" kern="1200">
          <a:solidFill>
            <a:schemeClr val="tx1"/>
          </a:solidFill>
          <a:latin typeface="Calibri Light" panose="020F0302020204030204" charset="0"/>
          <a:ea typeface="宋体" panose="02010600030101010101" pitchFamily="2" charset="-122"/>
          <a:cs typeface="Calibri Light" panose="020F0302020204030204" charset="0"/>
        </a:defRPr>
      </a:lvl1pPr>
    </p:titleStyle>
    <p:bodyStyle>
      <a:lvl1pPr marL="171450" indent="-171450" algn="l" defTabSz="685800" eaLnBrk="1" fontAlgn="auto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1pPr>
      <a:lvl2pPr marL="5143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2pPr>
      <a:lvl3pPr marL="8572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3pPr>
      <a:lvl4pPr marL="12001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4pPr>
      <a:lvl5pPr marL="15430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5pPr>
      <a:lvl6pPr marL="18859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6pPr>
      <a:lvl7pPr marL="22288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7pPr>
      <a:lvl8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8pPr>
      <a:lvl9pPr marL="2571750" indent="-171450" algn="l" defTabSz="685800" eaLnBrk="1" fontAlgn="auto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charset="0"/>
          <a:ea typeface="宋体" panose="02010600030101010101" pitchFamily="2" charset="-122"/>
          <a:cs typeface="Calibri" panose="020F0502020204030204" charset="0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3" Type="http://schemas.openxmlformats.org/officeDocument/2006/relationships/image" Target="../media/image13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研究背景与总体路线：为什么做分子模拟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969264"/>
            <a:ext cx="8503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背景：养殖水体氨氮超标，对鱼有毒性，也是水产养殖水质管理的核心指标之一。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工艺思路：以臭氧微纳米气泡与紫外联用的方式去除氨氮。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关键问题：它为什么有效？臭氧和氨氮到底是怎么反应的？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实验的局限：只能测得去除率，难以直接观测分子层面的反应过程。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6148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研究目标链条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43984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实验测得处理效果，分子模拟解释背后机理——说明臭氧与氨氮在分子层面如何反应，为工艺优化提供依据。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108960"/>
            <a:ext cx="1691640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O₃ / UV 活化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" y="3639312"/>
            <a:ext cx="1837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臭氧溶入水体</a:t>
            </a:r>
          </a:p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紫外分解产生活性氧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7712" y="3108960"/>
            <a:ext cx="1463040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活性氧 ROS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39312"/>
            <a:ext cx="16093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·OH 等强氧化性物种</a:t>
            </a:r>
          </a:p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氧化水中氨氮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86784" y="3108960"/>
            <a:ext cx="1874519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NH₃ / NH₄⁺ 氧化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13632" y="3639312"/>
            <a:ext cx="2020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氨氮被活性氧</a:t>
            </a:r>
          </a:p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逐步氧化为中间产物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7336" y="3108960"/>
            <a:ext cx="2651760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NH₂OH · NO₂⁻ · NO₃⁻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4184" y="3639312"/>
            <a:ext cx="27980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最终氧化产物</a:t>
            </a:r>
          </a:p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B7080"/>
                </a:solidFill>
                <a:latin typeface="Times New Roman"/>
                <a:ea typeface="微软雅黑"/>
              </a:rPr>
              <a:t>可由水质检测直接监测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3145536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4" y="3145536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3016" y="3145536"/>
            <a:ext cx="2560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研究背景与总体路线：为什么做分子模拟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969264"/>
            <a:ext cx="8503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背景：养殖水体氨氮超标，对鱼有毒性，也是水产养殖水质管理的核心指标之一。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工艺思路：以臭氧微纳米气泡与紫外联用的方式去除氨氮。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关键问题：它为什么有效？臭氧和氨氮到底是怎么反应的？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实验的局限：只能测得去除率，难以直接观测分子层面的反应过程。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6148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研究目标链条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43984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实验测得处理效果，分子模拟解释背后机理——说明臭氧与氨氮在分子层面如何反应，为工艺优化提供依据。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108960"/>
            <a:ext cx="1691640" cy="1143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O₃ / UV 活化</a:t>
            </a:r>
          </a:p>
          <a:p>
            <a:pPr algn="ctr">
              <a:spcBef>
                <a:spcPts val="300"/>
              </a:spcBef>
            </a:pPr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臭氧溶入水体</a:t>
            </a:r>
          </a:p>
          <a:p>
            <a:pPr algn="ctr"/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紫外分解产生活性氧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7712" y="3108960"/>
            <a:ext cx="1463040" cy="1143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活性氧 ROS</a:t>
            </a:r>
          </a:p>
          <a:p>
            <a:pPr algn="ctr">
              <a:spcBef>
                <a:spcPts val="300"/>
              </a:spcBef>
            </a:pPr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·OH 等强氧化性物种</a:t>
            </a:r>
          </a:p>
          <a:p>
            <a:pPr algn="ctr"/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氧化水中氨氮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86784" y="3108960"/>
            <a:ext cx="1874519" cy="1143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NH₃ / NH₄⁺ 氧化</a:t>
            </a:r>
          </a:p>
          <a:p>
            <a:pPr algn="ctr">
              <a:spcBef>
                <a:spcPts val="300"/>
              </a:spcBef>
            </a:pPr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氨氮被活性氧</a:t>
            </a:r>
          </a:p>
          <a:p>
            <a:pPr algn="ctr"/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逐步氧化为中间产物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17336" y="3108960"/>
            <a:ext cx="2651760" cy="11430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NH₂OH · NO₂⁻ · NO₃⁻</a:t>
            </a:r>
          </a:p>
          <a:p>
            <a:pPr algn="ctr">
              <a:spcBef>
                <a:spcPts val="300"/>
              </a:spcBef>
            </a:pPr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最终氧化产物</a:t>
            </a:r>
          </a:p>
          <a:p>
            <a:pPr algn="ctr"/>
            <a:r>
              <a:rPr sz="1050" b="1">
                <a:solidFill>
                  <a:srgbClr val="E8F1F8"/>
                </a:solidFill>
                <a:latin typeface="Times New Roman"/>
                <a:ea typeface="微软雅黑"/>
              </a:rPr>
              <a:t>可由水质检测直接监测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矩形 10"/>
          <p:cNvSpPr/>
          <p:nvPr/>
        </p:nvSpPr>
        <p:spPr>
          <a:xfrm>
            <a:off x="5239" y="207466"/>
            <a:ext cx="9133522" cy="843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846"/>
            <a:ext cx="9144000" cy="42862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>
            <a:off x="-13812" y="552668"/>
            <a:ext cx="9152573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31267" y="476582"/>
            <a:ext cx="903125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622675" indent="-3622675">
              <a:buFont typeface="Arial" panose="020B0604020202020204" pitchFamily="34" charset="0"/>
              <a:defRPr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5pPr>
            <a:lvl6pPr marL="25146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6pPr>
            <a:lvl7pPr marL="29718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7pPr>
            <a:lvl8pPr marL="34290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8pPr>
            <a:lvl9pPr marL="38862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charset="0"/>
              </a:defRPr>
            </a:lvl9pPr>
          </a:lstStyle>
          <a:p>
            <a:pPr>
              <a:spcAft>
                <a:spcPts val="400"/>
              </a:spcAft>
            </a:pPr>
            <a:r>
              <a:rPr sz="2000" b="1">
                <a:solidFill>
                  <a:srgbClr val="002060"/>
                </a:solidFill>
                <a:latin typeface="Times New Roman"/>
                <a:ea typeface="微软雅黑"/>
              </a:rPr>
              <a:t>研究背景与总体路线：为什么做分子模拟</a:t>
            </a:r>
            <a:endParaRPr lang="en-US" altLang="zh-CN" sz="2000" dirty="0"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" y="969264"/>
            <a:ext cx="850392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背景：养殖水体氨氮超标，对鱼有毒性，也是水产养殖水质管理的核心指标之一。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工艺思路：以臭氧微纳米气泡与紫外联用的方式去除氨氮。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关键问题：它为什么有效？臭氧和氨氮到底是怎么反应的？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  <a:ea typeface="微软雅黑"/>
              </a:rPr>
              <a:t>• 实验的局限：只能测得去除率，难以直接观测分子层面的反应过程。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724912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2060"/>
                </a:solidFill>
                <a:latin typeface="Times New Roman"/>
                <a:ea typeface="微软雅黑"/>
              </a:rPr>
              <a:t>研究目标链条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145536"/>
            <a:ext cx="1691640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O₃ / UV 活化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67712" y="3145536"/>
            <a:ext cx="1463040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活性氧 ROS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3145536"/>
            <a:ext cx="1874519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NH₃ / NH₄⁺ 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17336" y="3145536"/>
            <a:ext cx="2651760" cy="457200"/>
          </a:xfrm>
          <a:prstGeom prst="round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  <a:ea typeface="微软雅黑"/>
              </a:rPr>
              <a:t>NH₂OH · NO₂⁻ · NO₃⁻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730752"/>
            <a:ext cx="8503920" cy="530352"/>
          </a:xfrm>
          <a:prstGeom prst="roundRect">
            <a:avLst/>
          </a:prstGeom>
          <a:solidFill>
            <a:srgbClr val="D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50" b="1">
                <a:solidFill>
                  <a:srgbClr val="002060"/>
                </a:solidFill>
                <a:latin typeface="Times New Roman"/>
                <a:ea typeface="微软雅黑"/>
              </a:rPr>
              <a:t>臭氧溶入水体并经紫外分解产生活性氧 → ·OH 等强氧化性物种将氨氮逐步氧化 → 依次生成 NH₂OH、NO₂⁻、NO₃⁻，可由水质检测直接监测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443984"/>
            <a:ext cx="8503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2060"/>
                </a:solidFill>
                <a:latin typeface="Times New Roman"/>
                <a:ea typeface="微软雅黑"/>
              </a:rPr>
              <a:t>实验测得处理效果，分子模拟解释背后机理——说明臭氧与氨氮在分子层面如何反应，为工艺优化提供依据。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64.xml><?xml version="1.0" encoding="utf-8"?>
<p:tagLst xmlns:p="http://schemas.openxmlformats.org/presentationml/2006/main">
  <p:tag name="KSO_WPP_MARK_KEY" val="673a0a08-aba2-4146-b58e-bc5c92cf35e5"/>
  <p:tag name="COMMONDATA" val="eyJoZGlkIjoiM2VlNDEyYzZiZWE4M2QwODAyMGZhMzYxMDNhZjgxYmUifQ=="/>
</p:tagLst>
</file>

<file path=ppt/theme/theme1.xml><?xml version="1.0" encoding="utf-8"?>
<a:theme xmlns:a="http://schemas.openxmlformats.org/drawingml/2006/main" name="1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000" b="1" kern="100" dirty="0">
            <a:solidFill>
              <a:srgbClr val="1A6693"/>
            </a:solidFill>
            <a:latin typeface="微软雅黑" panose="020B0503020204020204" pitchFamily="34" charset="-122"/>
            <a:ea typeface="微软雅黑" panose="020B0503020204020204" pitchFamily="34" charset="-122"/>
            <a:cs typeface="Times New Roman" panose="0202060305040502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3_自定义设计方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3_自定义设计方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3_自定义设计方案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Office 主题​​">
  <a:themeElements>
    <a:clrScheme name="1_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1_Office 主题​​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1_Office 主题​​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3984</Words>
  <Application>WPS 演示</Application>
  <PresentationFormat>全屏显示(16:9)</PresentationFormat>
  <Paragraphs>183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25</vt:i4>
      </vt:variant>
    </vt:vector>
  </HeadingPairs>
  <TitlesOfParts>
    <vt:vector size="50" baseType="lpstr">
      <vt:lpstr>Arial</vt:lpstr>
      <vt:lpstr>宋体</vt:lpstr>
      <vt:lpstr>Wingdings</vt:lpstr>
      <vt:lpstr>Calibri Light</vt:lpstr>
      <vt:lpstr>Calibri</vt:lpstr>
      <vt:lpstr>微软雅黑</vt:lpstr>
      <vt:lpstr>Times New Roman</vt:lpstr>
      <vt:lpstr>Calibri</vt:lpstr>
      <vt:lpstr>等线</vt:lpstr>
      <vt:lpstr>华文细黑</vt:lpstr>
      <vt:lpstr>黑体</vt:lpstr>
      <vt:lpstr>Wingdings</vt:lpstr>
      <vt:lpstr>Arial Unicode MS</vt:lpstr>
      <vt:lpstr>BatangChe</vt:lpstr>
      <vt:lpstr>FFont-Family</vt:lpstr>
      <vt:lpstr>华文细黑</vt:lpstr>
      <vt:lpstr>MS PGothic</vt:lpstr>
      <vt:lpstr>1_Office 主题​​</vt:lpstr>
      <vt:lpstr>3_Office 主题​​</vt:lpstr>
      <vt:lpstr>2_Office 主题​​</vt:lpstr>
      <vt:lpstr>6_Office 主题​​</vt:lpstr>
      <vt:lpstr>4_自定义设计方案</vt:lpstr>
      <vt:lpstr>4_Office 主题​​</vt:lpstr>
      <vt:lpstr>4_Office 主题</vt:lpstr>
      <vt:lpstr>10_Office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人心难测</cp:lastModifiedBy>
  <cp:revision>2909</cp:revision>
  <cp:lastPrinted>2025-04-28T09:50:00Z</cp:lastPrinted>
  <dcterms:created xsi:type="dcterms:W3CDTF">2025-04-28T09:50:00Z</dcterms:created>
  <dcterms:modified xsi:type="dcterms:W3CDTF">2026-06-18T09:49:25Z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RubyTemplateID">
    <vt:lpwstr>2</vt:lpwstr>
  </property>
  <property fmtid="{D5CDD505-2E9C-101B-9397-08002B2CF9AE}" pid="4" name="ICV">
    <vt:lpwstr>63078995DEAF4DA4B1240E332C0B10DC_13</vt:lpwstr>
  </property>
</Properties>
</file>